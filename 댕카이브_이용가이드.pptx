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F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0" i="0">
                <a:solidFill>
                  <a:srgbClr val="FFFFFF"/>
                </a:solidFill>
              </a:rPr>
              <a:t>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댕카이브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3182F6"/>
                </a:solidFill>
              </a:rPr>
              <a:t>이용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B95A1"/>
                </a:solidFill>
              </a:rPr>
              <a:t>LCKD 봉사자를 위한 아이 사진 아카이브</a:t>
            </a:r>
          </a:p>
        </p:txBody>
      </p:sp>
      <p:sp>
        <p:nvSpPr>
          <p:cNvPr id="7" name="Oval 6"/>
          <p:cNvSpPr/>
          <p:nvPr/>
        </p:nvSpPr>
        <p:spPr>
          <a:xfrm>
            <a:off x="8686800" y="457200"/>
            <a:ext cx="3200400" cy="3200400"/>
          </a:xfrm>
          <a:prstGeom prst="ellipse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52560" y="822960"/>
            <a:ext cx="2468880" cy="2468880"/>
          </a:xfrm>
          <a:prstGeom prst="ellipse">
            <a:avLst/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5A1"/>
                </a:solidFill>
              </a:rPr>
              <a:t>dangchive.vercel.app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5A1"/>
                </a:solidFill>
              </a:rPr>
              <a:t>시작 전에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홈 화면에 앱처럼 추가하기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29184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737360"/>
            <a:ext cx="640080" cy="640080"/>
          </a:xfrm>
          <a:prstGeom prst="ellipse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099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91F28"/>
                </a:solidFill>
              </a:rPr>
              <a:t>브라우저 메뉴 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5A1"/>
                </a:solidFill>
              </a:rPr>
              <a:t>주소창 옆 ··· 버튼을
눌러주세요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463040"/>
            <a:ext cx="329184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89120" y="1737360"/>
            <a:ext cx="640080" cy="640080"/>
          </a:xfrm>
          <a:prstGeom prst="ellipse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7099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6916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</a:rPr>
              <a:t>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5146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91F28"/>
                </a:solidFill>
              </a:rPr>
              <a:t>공유 → 홈 화면 추가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154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5A1"/>
                </a:solidFill>
              </a:rPr>
              <a:t>'홈 화면에 추가' 또는
'Add to Home Screen' 선택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463040"/>
            <a:ext cx="329184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38159" y="1737360"/>
            <a:ext cx="640080" cy="640080"/>
          </a:xfrm>
          <a:prstGeom prst="ellipse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17099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6916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25146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91F28"/>
                </a:solidFill>
              </a:rPr>
              <a:t>추가 완료!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3154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5A1"/>
                </a:solidFill>
              </a:rPr>
              <a:t>'Open as Web App' 켜고
[추가] 버튼을 누르세요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32120"/>
            <a:ext cx="11274552" cy="82296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57784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182F6"/>
                </a:solidFill>
              </a:rPr>
              <a:t>💡  이후에는 홈 화면 아이콘을 탭하면 앱처럼 바로 열려요!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5A1"/>
                </a:solidFill>
              </a:rPr>
              <a:t>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댕카이브 5가지 탭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164592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645920"/>
            <a:ext cx="822960" cy="822960"/>
          </a:xfrm>
          <a:prstGeom prst="ellipse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18488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91F28"/>
                </a:solidFill>
              </a:rPr>
              <a:t>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91F28"/>
                </a:solidFill>
              </a:rPr>
              <a:t>사진 업로드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5A1"/>
                </a:solidFill>
              </a:rPr>
              <a:t>오늘 찍은 사진을 올려주세요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0048" y="1371600"/>
            <a:ext cx="201168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70048" y="1371600"/>
            <a:ext cx="2011680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64408" y="1645920"/>
            <a:ext cx="822960" cy="822960"/>
          </a:xfrm>
          <a:prstGeom prst="ellipse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8" y="1618488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91F28"/>
                </a:solidFill>
              </a:rPr>
              <a:t>🗂️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2606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91F28"/>
                </a:solidFill>
              </a:rPr>
              <a:t>사진 정리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3154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5A1"/>
                </a:solidFill>
              </a:rPr>
              <a:t>올린 사진에 아이 이름을 지정해요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82896" y="1371600"/>
            <a:ext cx="201168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82896" y="1371600"/>
            <a:ext cx="2011680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77256" y="1645920"/>
            <a:ext cx="822960" cy="822960"/>
          </a:xfrm>
          <a:prstGeom prst="ellipse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77256" y="1618488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91F28"/>
                </a:solidFill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4336" y="2606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91F28"/>
                </a:solidFill>
              </a:rPr>
              <a:t>이름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4336" y="3154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5A1"/>
                </a:solidFill>
              </a:rPr>
              <a:t>이름이 필요한 사진을 도와주세요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95744" y="1371600"/>
            <a:ext cx="201168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95744" y="1371600"/>
            <a:ext cx="201168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90104" y="1645920"/>
            <a:ext cx="822960" cy="822960"/>
          </a:xfrm>
          <a:prstGeom prst="ellipse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90104" y="1618488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91F28"/>
                </a:solidFill>
              </a:rPr>
              <a:t>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2606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91F28"/>
                </a:solidFill>
              </a:rPr>
              <a:t>관리자 로그인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7184" y="3154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5A1"/>
                </a:solidFill>
              </a:rPr>
              <a:t>관리자만 접근 가능한 기능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08592" y="1371600"/>
            <a:ext cx="201168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08592" y="1371600"/>
            <a:ext cx="2011680" cy="1645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02952" y="1645920"/>
            <a:ext cx="822960" cy="822960"/>
          </a:xfrm>
          <a:prstGeom prst="ellipse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02952" y="1618488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91F28"/>
                </a:solidFill>
              </a:rPr>
              <a:t>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032" y="2606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91F28"/>
                </a:solidFill>
              </a:rPr>
              <a:t>아이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0032" y="315468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5A1"/>
                </a:solidFill>
              </a:rPr>
              <a:t>등록된 아이 목록과 요청 관리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DD1FF"/>
                </a:solidFill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사진
업로드하기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1089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DD1FF"/>
                </a:solidFill>
              </a:rPr>
              <a:t>오늘 봉사에서 찍은 사진을
댕카이브에 올려주세요
최대 50장까지 가능해요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572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1F28"/>
                </a:solidFill>
              </a:rPr>
              <a:t>업로드 방법</a:t>
            </a:r>
          </a:p>
        </p:txBody>
      </p:sp>
      <p:sp>
        <p:nvSpPr>
          <p:cNvPr id="8" name="Oval 7"/>
          <p:cNvSpPr/>
          <p:nvPr/>
        </p:nvSpPr>
        <p:spPr>
          <a:xfrm>
            <a:off x="4572000" y="1280160"/>
            <a:ext cx="502920" cy="502920"/>
          </a:xfrm>
          <a:prstGeom prst="ellipse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182F6"/>
                </a:solidFill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3258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91F28"/>
                </a:solidFill>
              </a:rPr>
              <a:t>하단 탭에서 '올리기' 탭을 누릅니다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0" y="2286000"/>
            <a:ext cx="502920" cy="502920"/>
          </a:xfrm>
          <a:prstGeom prst="ellipse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182F6"/>
                </a:solidFill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3317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91F28"/>
                </a:solidFill>
              </a:rPr>
              <a:t>사진을 선택하거나 직접 촬영하세요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0" y="3291840"/>
            <a:ext cx="502920" cy="502920"/>
          </a:xfrm>
          <a:prstGeom prst="ellipse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291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182F6"/>
                </a:solidFill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3375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91F28"/>
                </a:solidFill>
              </a:rPr>
              <a:t>선택한 사진이 그리드로 표시돼요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0" y="4297680"/>
            <a:ext cx="502920" cy="502920"/>
          </a:xfrm>
          <a:prstGeom prst="ellipse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297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182F6"/>
                </a:solidFill>
              </a:rP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3434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91F28"/>
                </a:solidFill>
              </a:rPr>
              <a:t>파란색 [올리기 (N장)] 버튼을 눌러 업로드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5303520"/>
            <a:ext cx="73152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5440680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5A1"/>
                </a:solidFill>
              </a:rPr>
              <a:t>✨  사진은 자동으로 압축되어 업로드됩니다. 용량 걱정 없이 올리세요!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4B5FD"/>
                </a:solidFill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사진
정리하기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1089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4B5FD"/>
                </a:solidFill>
              </a:rPr>
              <a:t>업로드된 사진에
아이 이름을 지정하고
구글 드라이브로 전송해요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FFFFFF"/>
                </a:solidFill>
              </a:rPr>
              <a:t>🗂️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572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1F28"/>
                </a:solidFill>
              </a:rPr>
              <a:t>정리 방법</a:t>
            </a:r>
          </a:p>
        </p:txBody>
      </p:sp>
      <p:sp>
        <p:nvSpPr>
          <p:cNvPr id="8" name="Oval 7"/>
          <p:cNvSpPr/>
          <p:nvPr/>
        </p:nvSpPr>
        <p:spPr>
          <a:xfrm>
            <a:off x="4572000" y="1234440"/>
            <a:ext cx="502920" cy="502920"/>
          </a:xfrm>
          <a:prstGeom prst="ellipse">
            <a:avLst/>
          </a:prstGeom>
          <a:solidFill>
            <a:srgbClr val="EE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280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91F28"/>
                </a:solidFill>
              </a:rPr>
              <a:t>사진을 탭해서 선택하거나 [전체 선택]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0" y="2103120"/>
            <a:ext cx="502920" cy="502920"/>
          </a:xfrm>
          <a:prstGeom prst="ellipse">
            <a:avLst/>
          </a:prstGeom>
          <a:solidFill>
            <a:srgbClr val="EE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148839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91F28"/>
                </a:solidFill>
              </a:rPr>
              <a:t>[이름 지정하기] → 목록에서 아이를 선택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0" y="2971800"/>
            <a:ext cx="502920" cy="502920"/>
          </a:xfrm>
          <a:prstGeom prst="ellipse">
            <a:avLst/>
          </a:prstGeom>
          <a:solidFill>
            <a:srgbClr val="EE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971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0175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91F28"/>
                </a:solidFill>
              </a:rPr>
              <a:t>여러 마리 선택도 가능해요 (복수 선택 지원)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0" y="3840479"/>
            <a:ext cx="502920" cy="502920"/>
          </a:xfrm>
          <a:prstGeom prst="ellipse">
            <a:avLst/>
          </a:prstGeom>
          <a:solidFill>
            <a:srgbClr val="EE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8404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</a:rP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886199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91F28"/>
                </a:solidFill>
              </a:rPr>
              <a:t>'전송 준비 완료' 섹션으로 이동한 사진 선택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0" y="4709160"/>
            <a:ext cx="502920" cy="502920"/>
          </a:xfrm>
          <a:prstGeom prst="ellipse">
            <a:avLst/>
          </a:prstGeom>
          <a:solidFill>
            <a:srgbClr val="EE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09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</a:rPr>
              <a:t>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7548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91F28"/>
                </a:solidFill>
              </a:rPr>
              <a:t>[드라이브로 보내기] 버튼으로 구글 드라이브 전송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5486400"/>
            <a:ext cx="7315200" cy="91440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5623560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💜  이름 지정 필요 / 전송 준비 완료 — 두 섹션으로 나뉘어 한눈에 파악 가능해요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5A1"/>
                </a:solidFill>
              </a:rPr>
              <a:t>STEP 2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이름 지정 화면 사용법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5603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1600200"/>
            <a:ext cx="914400" cy="914400"/>
          </a:xfrm>
          <a:prstGeom prst="ellipse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572768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91F28"/>
                </a:solidFill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8"/>
                </a:solidFill>
              </a:rPr>
              <a:t>이름 검색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918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5A1"/>
                </a:solidFill>
              </a:rPr>
              <a:t>이름 입력창에서
빠르게 검색 가능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1371600"/>
            <a:ext cx="25603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24527" y="1600200"/>
            <a:ext cx="914400" cy="914400"/>
          </a:xfrm>
          <a:prstGeom prst="ellipse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7" y="1572768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91F28"/>
                </a:solidFill>
              </a:rPr>
              <a:t>☑️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7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8"/>
                </a:solidFill>
              </a:rPr>
              <a:t>복수 선택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7" y="32918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5A1"/>
                </a:solidFill>
              </a:rPr>
              <a:t>여러 아이를
동시에 선택 가능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45936" y="1371600"/>
            <a:ext cx="25603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68896" y="1600200"/>
            <a:ext cx="914400" cy="914400"/>
          </a:xfrm>
          <a:prstGeom prst="ellipse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1572768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91F28"/>
                </a:solidFill>
              </a:rPr>
              <a:t>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8"/>
                </a:solidFill>
              </a:rPr>
              <a:t>새 아이 추가 요청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2918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5A1"/>
                </a:solidFill>
              </a:rPr>
              <a:t>목록에 없으면
추가 요청 전송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90304" y="1371600"/>
            <a:ext cx="25603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13264" y="1600200"/>
            <a:ext cx="914400" cy="914400"/>
          </a:xfrm>
          <a:prstGeom prst="ellipse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13264" y="1572768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91F28"/>
                </a:solidFill>
              </a:rPr>
              <a:t>⏭️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464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8"/>
                </a:solidFill>
              </a:rPr>
              <a:t>나중에 이름 지정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7464" y="32918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5A1"/>
                </a:solidFill>
              </a:rPr>
              <a:t>'지금은 넘기기'로
이름 확인 탭으로 이동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74920"/>
            <a:ext cx="11274552" cy="128016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66360"/>
            <a:ext cx="10908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182F6"/>
                </a:solidFill>
              </a:rPr>
              <a:t>🐾  '새 아이 추가 요청'을 보내면 관리자가 승인 후 자동으로 아이 목록에 추가됩니다.
     관리자가 승인하면 자동으로 선택 상태가 돼요!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6EFAC"/>
                </a:solidFill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이름 확인
도와주기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6EFAC"/>
                </a:solidFill>
              </a:rPr>
              <a:t>이름을 모르겠어서 넘긴
사진들을 다른 봉사자가
확인하고 도움을 줄 수 있어요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572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1F28"/>
                </a:solidFill>
              </a:rPr>
              <a:t>확인 방법</a:t>
            </a:r>
          </a:p>
        </p:txBody>
      </p:sp>
      <p:sp>
        <p:nvSpPr>
          <p:cNvPr id="8" name="Oval 7"/>
          <p:cNvSpPr/>
          <p:nvPr/>
        </p:nvSpPr>
        <p:spPr>
          <a:xfrm>
            <a:off x="4572000" y="1234440"/>
            <a:ext cx="502920" cy="50292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280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91F28"/>
                </a:solidFill>
              </a:rPr>
              <a:t>하단 탭에서 '이름 확인' 탭을 눌러요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0" y="2103120"/>
            <a:ext cx="502920" cy="50292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148839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91F28"/>
                </a:solidFill>
              </a:rPr>
              <a:t>도움이 필요한 배치 목록이 표시돼요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0" y="2971800"/>
            <a:ext cx="502920" cy="50292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971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0175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91F28"/>
                </a:solidFill>
              </a:rPr>
              <a:t>카드를 탭하면 사진들이 슬라이더로 열려요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0" y="3840479"/>
            <a:ext cx="502920" cy="50292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8404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</a:rP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886199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91F28"/>
                </a:solidFill>
              </a:rPr>
              <a:t>좌우로 넘기며 각 사진에 이름을 지정해요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0" y="4709160"/>
            <a:ext cx="502920" cy="50292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709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</a:rPr>
              <a:t>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7548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91F28"/>
                </a:solidFill>
              </a:rPr>
              <a:t>[확정 + 드라이브 전송] 버튼으로 완료!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5486400"/>
            <a:ext cx="7315200" cy="9144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5623560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✨  사진별로 다른 이름을 지정할 수 있어요. 진행률이 실시간으로 표시됩니다!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5A1"/>
                </a:solidFill>
              </a:rPr>
              <a:t>공통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구글 드라이브 전송 &amp; 진행률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56032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1600200"/>
            <a:ext cx="914400" cy="914400"/>
          </a:xfrm>
          <a:prstGeom prst="ellipse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572768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91F28"/>
                </a:solidFill>
              </a:rPr>
              <a:t>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8"/>
                </a:solidFill>
              </a:rPr>
              <a:t>자동 파일명 지정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918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5A1"/>
                </a:solidFill>
              </a:rPr>
              <a:t>YYMMDD_아이이름_001.jpg
형식으로 자동 저장돼요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1371600"/>
            <a:ext cx="256032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24527" y="1600200"/>
            <a:ext cx="914400" cy="914400"/>
          </a:xfrm>
          <a:prstGeom prst="ellipse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7" y="1572768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91F28"/>
                </a:solidFill>
              </a:rPr>
              <a:t>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7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8"/>
                </a:solidFill>
              </a:rPr>
              <a:t>아이별 폴더 분류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7" y="32918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5A1"/>
                </a:solidFill>
              </a:rPr>
              <a:t>등록된 각 아이의 Drive 폴더에
자동으로 분류 저장됩니다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45936" y="1371600"/>
            <a:ext cx="256032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68896" y="1600200"/>
            <a:ext cx="914400" cy="914400"/>
          </a:xfrm>
          <a:prstGeom prst="ellipse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1572768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91F28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8"/>
                </a:solidFill>
              </a:rPr>
              <a:t>진행률 표시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2918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5A1"/>
                </a:solidFill>
              </a:rPr>
              <a:t>전송 중 진행 게이지 바가
실시간으로 채워져요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90304" y="1371600"/>
            <a:ext cx="256032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13264" y="1600200"/>
            <a:ext cx="914400" cy="914400"/>
          </a:xfrm>
          <a:prstGeom prst="ellipse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13264" y="1572768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91F28"/>
                </a:solidFill>
              </a:rPr>
              <a:t>🗑️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464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91F28"/>
                </a:solidFill>
              </a:rPr>
              <a:t>원본 자동 삭제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7464" y="32918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5A1"/>
                </a:solidFill>
              </a:rPr>
              <a:t>전송 완료 후 임시 저장소에서
자동으로 삭제돼 용량 절약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1127455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937760"/>
            <a:ext cx="7328458" cy="256032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257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5A1"/>
                </a:solidFill>
              </a:rPr>
              <a:t>드라이브 전송 중...   6 / 9장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257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182F6"/>
                </a:solidFill>
              </a:rPr>
              <a:t>← 이렇게 진행률이 채워져요!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9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5A1"/>
                </a:solidFill>
              </a:rPr>
              <a:t>추가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의견 보내기 &amp; 아이 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91F28"/>
                </a:solidFill>
              </a:rPr>
              <a:t>💬  의견 보내기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5A1"/>
                </a:solidFill>
              </a:rPr>
              <a:t>앱 사용 중 불편한 점이나 개선 아이디어를
언제든지 전달할 수 있어요
• 이름 입력 (선택사항)
• 의견/제안 내용 작성 (최대 500자)
• [보내기] 버튼으로 전송
운영자에게 바로 전달됩니다 🐾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4864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91F28"/>
                </a:solidFill>
              </a:rPr>
              <a:t>🐾  아이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5A1"/>
                </a:solidFill>
              </a:rPr>
              <a:t>현재 등록된 모든 아이 목록을 볼 수 있어요
봉사자:
• 새 아이 추가 요청
• 이름 변경 요청
관리자 (로그인 필요):
• 요청 승인 / 거절
• 아이 직접 추가 / 편집 / 삭제
• Google Drive 동기화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F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8B95A1"/>
                </a:solidFill>
              </a:rPr>
              <a:t>이용 흐름 한눈에 보기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926080"/>
          </a:xfrm>
          <a:prstGeom prst="rect">
            <a:avLst/>
          </a:prstGeom>
          <a:solidFill>
            <a:srgbClr val="2A3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286000" cy="182880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17319" y="1463040"/>
            <a:ext cx="914400" cy="914400"/>
          </a:xfrm>
          <a:prstGeom prst="ellipse">
            <a:avLst/>
          </a:prstGeom>
          <a:solidFill>
            <a:srgbClr val="384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19" y="1435608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사진 업로드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182F6"/>
                </a:solidFill>
              </a:rPr>
              <a:t>올리기 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8B95A1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188720"/>
            <a:ext cx="2286000" cy="2926080"/>
          </a:xfrm>
          <a:prstGeom prst="rect">
            <a:avLst/>
          </a:prstGeom>
          <a:solidFill>
            <a:srgbClr val="2A3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188720"/>
            <a:ext cx="2286000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14800" y="1463040"/>
            <a:ext cx="914400" cy="914400"/>
          </a:xfrm>
          <a:prstGeom prst="ellipse">
            <a:avLst/>
          </a:prstGeom>
          <a:solidFill>
            <a:srgbClr val="384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435608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</a:rPr>
              <a:t>🗂️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514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사진 정리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063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C3AED"/>
                </a:solidFill>
              </a:rPr>
              <a:t>이름 지정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8B95A1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188720"/>
            <a:ext cx="2286000" cy="2926080"/>
          </a:xfrm>
          <a:prstGeom prst="rect">
            <a:avLst/>
          </a:prstGeom>
          <a:solidFill>
            <a:srgbClr val="2A3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188720"/>
            <a:ext cx="2286000" cy="182880"/>
          </a:xfrm>
          <a:prstGeom prst="rect">
            <a:avLst/>
          </a:prstGeom>
          <a:solidFill>
            <a:srgbClr val="31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12280" y="1463040"/>
            <a:ext cx="914400" cy="914400"/>
          </a:xfrm>
          <a:prstGeom prst="ellipse">
            <a:avLst/>
          </a:prstGeom>
          <a:solidFill>
            <a:srgbClr val="384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1435608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514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드라이브 전송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063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182F6"/>
                </a:solidFill>
              </a:rPr>
              <a:t>전송 준비 완료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8B95A1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3960" y="1188720"/>
            <a:ext cx="2286000" cy="2926080"/>
          </a:xfrm>
          <a:prstGeom prst="rect">
            <a:avLst/>
          </a:prstGeom>
          <a:solidFill>
            <a:srgbClr val="2A3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23960" y="1188720"/>
            <a:ext cx="228600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09760" y="1463040"/>
            <a:ext cx="914400" cy="914400"/>
          </a:xfrm>
          <a:prstGeom prst="ellipse">
            <a:avLst/>
          </a:prstGeom>
          <a:solidFill>
            <a:srgbClr val="384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1435608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514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이름 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3063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C55E"/>
                </a:solidFill>
              </a:rPr>
              <a:t>이름 확인 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572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🐾  댕카이브와 함께 아이들의 소중한 순간을 기록해요!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212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B95A1"/>
                </a:solidFill>
              </a:rPr>
              <a:t>문의사항은 앱 내 '의견 보내기'를 이용해주세요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43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dangchive.vercel.app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